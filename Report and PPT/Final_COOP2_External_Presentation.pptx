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1695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85800"/>
            <a:ext cx="1088136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100" b="1">
                <a:solidFill>
                  <a:srgbClr val="0B3C5D"/>
                </a:solidFill>
                <a:latin typeface="Aptos"/>
              </a:rPr>
              <a:t>AI-Powered Credit Scoring and Document OCR System for Loan Risk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566573"/>
                </a:solidFill>
                <a:latin typeface="Aptos"/>
              </a:rPr>
              <a:t>CO-OP Project at Industry (Module-2) | Project Type: Copyright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1B2631"/>
                </a:solidFill>
                <a:latin typeface="Aptos"/>
              </a:rPr>
              <a:t>Team: Om Tomar, Sahajpal Singh, Ridhima Chopra, Ishpreet Kaur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1B2631"/>
                </a:solidFill>
                <a:latin typeface="Aptos"/>
              </a:rPr>
              <a:t>Supervisor/Mentor: Lalit Sharma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87368"/>
            <a:ext cx="28712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Best German Credit 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379976"/>
            <a:ext cx="287121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0.831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977639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4087368"/>
            <a:ext cx="28712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Best Lending 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4379976"/>
            <a:ext cx="287121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0.722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977639"/>
            <a:ext cx="3200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4087368"/>
            <a:ext cx="28712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Synthetic OCR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4379976"/>
            <a:ext cx="2871216" cy="6675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91.5%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86384"/>
            <a:ext cx="106070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66573"/>
                </a:solidFill>
                <a:latin typeface="Aptos"/>
              </a:rPr>
              <a:t>Reliable digital lending needs risk prediction and document understanding.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566928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Manual document checks slow loan onboarding and increase operational cost.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Credit-risk models must detect risky borrowers while staying explainable.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A GitHub-verifiable package is needed for evaluation, reproducibility, and IPR readiness.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600200"/>
            <a:ext cx="4389120" cy="1005840"/>
          </a:xfrm>
          <a:prstGeom prst="roundRect">
            <a:avLst/>
          </a:prstGeom>
          <a:solidFill>
            <a:srgbClr val="FEF9E7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1" y="1709928"/>
            <a:ext cx="405993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1" y="2002536"/>
            <a:ext cx="4059935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End-to-end AI workflow for loan risk assessment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880360"/>
            <a:ext cx="4389120" cy="1005840"/>
          </a:xfrm>
          <a:prstGeom prst="roundRect">
            <a:avLst/>
          </a:prstGeom>
          <a:solidFill>
            <a:srgbClr val="EAF2F8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1" y="2990088"/>
            <a:ext cx="405993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1" y="3282696"/>
            <a:ext cx="4059935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Runnable source code + report + PPT + IPR placeholder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4160520"/>
            <a:ext cx="4389120" cy="1005840"/>
          </a:xfrm>
          <a:prstGeom prst="roundRect">
            <a:avLst/>
          </a:prstGeom>
          <a:solidFill>
            <a:srgbClr val="E8F8F5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4031" y="4270248"/>
            <a:ext cx="4059935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1" y="4562856"/>
            <a:ext cx="4059935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Metrics, plots, reproducible configs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Build a reproducible credit-scoring benchmark on public datasets.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Compare Logistic Regression, Random Forest, Gradient Boosting, and MLP.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Save traceable metrics, plots, confusion matrices, and feature importance.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Demonstrate PaddleOCR fine-tuning value through labeled synthetic benchmarking.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Package the repository according to final evaluation instructions.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thodolog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10881360" cy="3914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566573"/>
                </a:solidFill>
                <a:latin typeface="Aptos"/>
              </a:rPr>
              <a:t>Credit scoring is the core decision pipeline. OCR is the document-intake extension for borrower 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Credit-Scoring Experiment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93776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Datasets: German Credit and Lending Club sample.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Preprocessing: imputation, one-hot encoding, scaling, class weighting, oversampling.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Metrics: ROC-AUC, PR-AUC, precision, recall, F1, accuracy, confusion matrix.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Explainability: feature-importance CSV and plot saved for every run.</a:t>
            </a:r>
          </a:p>
        </p:txBody>
      </p:sp>
      <p:pic>
        <p:nvPicPr>
          <p:cNvPr id="9" name="Picture 8" descr="credit_benchmar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25880"/>
            <a:ext cx="5577840" cy="27623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Best Credit-Scoring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37160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81328"/>
            <a:ext cx="4608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German Credit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773936"/>
            <a:ext cx="4608576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Logistic Regression
ROC-AUC 0.831
Recall 0.778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371600"/>
            <a:ext cx="4937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CD1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1481328"/>
            <a:ext cx="4608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000" b="1">
                <a:solidFill>
                  <a:srgbClr val="566573"/>
                </a:solidFill>
                <a:latin typeface="Aptos"/>
              </a:rPr>
              <a:t>Lending Club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1773936"/>
            <a:ext cx="4608576" cy="1353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1">
                <a:solidFill>
                  <a:srgbClr val="0B3C5D"/>
                </a:solidFill>
                <a:latin typeface="Aptos"/>
              </a:rPr>
              <a:t>Logistic Regression
ROC-AUC 0.722
Recall 0.682</a:t>
            </a:r>
          </a:p>
        </p:txBody>
      </p:sp>
      <p:pic>
        <p:nvPicPr>
          <p:cNvPr id="14" name="Picture 13" descr="german-credit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03320"/>
            <a:ext cx="4663440" cy="3108960"/>
          </a:xfrm>
          <a:prstGeom prst="rect">
            <a:avLst/>
          </a:prstGeom>
        </p:spPr>
      </p:pic>
      <p:pic>
        <p:nvPicPr>
          <p:cNvPr id="15" name="Picture 14" descr="lending-club-sample_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703320"/>
            <a:ext cx="466344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PaddleOCR Controlled Synthetic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86384"/>
            <a:ext cx="106070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100" b="0">
                <a:solidFill>
                  <a:srgbClr val="566573"/>
                </a:solidFill>
                <a:latin typeface="Aptos"/>
              </a:rPr>
              <a:t>Clearly disclosed synthetic benchmark for finance-document recognition.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cr_synthetic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035040" cy="25289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0" y="1600200"/>
            <a:ext cx="4206240" cy="3383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Baseline PaddleOCR: CER 8.7%, field accuracy 81.0%.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Fine-tuned PaddleOCR: CER 4.1%, field accuracy 91.5%.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Values are deterministic controlled synthetic benchmark results, not production claims.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Explainability And Traceability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erman-credi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212080" cy="3257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1645920"/>
            <a:ext cx="4754880" cy="3108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Feature-importance artifacts are generated for every benchmark run.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Metrics are exported as JSON and summarized in CSV.</a:t>
            </a:r>
          </a:p>
          <a:p>
            <a:pPr>
              <a:defRPr sz="1700">
                <a:solidFill>
                  <a:srgbClr val="1B2631"/>
                </a:solidFill>
                <a:latin typeface="Aptos"/>
              </a:defRPr>
            </a:pPr>
            <a:r>
              <a:t>Final report values can be traced to saved repository artifacts.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GitHub Submission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241280" cy="4480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IPR Submission Proof: placeholder for copyright form and screenshot.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Report and PPT: final DOCX, PPTX, templates, markdown, and figures.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Source code: runnable code, configs, tests, data samples, and artifacts.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README.md: team details, project type, status, and run instructions.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500" b="1">
                <a:solidFill>
                  <a:srgbClr val="0B3C5D"/>
                </a:solidFill>
                <a:latin typeface="Aptos"/>
              </a:rPr>
              <a:t>Conclusion And Future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078992"/>
            <a:ext cx="1920240" cy="27432"/>
          </a:xfrm>
          <a:prstGeom prst="rect">
            <a:avLst/>
          </a:prstGeom>
          <a:solidFill>
            <a:srgbClr val="D68910"/>
          </a:solidFill>
          <a:ln>
            <a:solidFill>
              <a:srgbClr val="D689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1024128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Delivered a reproducible AI-based loan risk assessment package.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Credit-scoring benchmark identifies strong transparent baselines.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OCR workflow shows practical document-intake extension potential.</a:t>
            </a:r>
          </a:p>
          <a:p>
            <a:pPr>
              <a:defRPr sz="1800">
                <a:solidFill>
                  <a:srgbClr val="1B2631"/>
                </a:solidFill>
                <a:latin typeface="Aptos"/>
              </a:defRPr>
            </a:pPr>
            <a:r>
              <a:t>Future work: larger Lending Club experiments, SHAP explanations, scanned-form OCR evaluation, and API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108813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4200" b="1">
                <a:solidFill>
                  <a:srgbClr val="0B3C5D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700" b="0">
                <a:solidFill>
                  <a:srgbClr val="566573"/>
                </a:solidFill>
                <a:latin typeface="Aptos"/>
              </a:rPr>
              <a:t>AI-Powered Credit Scoring and Document OCR System for Loan Risk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500" b="0">
                <a:solidFill>
                  <a:srgbClr val="1B2631"/>
                </a:solidFill>
                <a:latin typeface="Aptos"/>
              </a:rPr>
              <a:t>Team: Om Tomar | Sahajpal Singh | Ridhima Chopra | Ishpreet Kaur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104241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400" b="0">
                <a:solidFill>
                  <a:srgbClr val="1B2631"/>
                </a:solidFill>
                <a:latin typeface="Aptos"/>
              </a:rPr>
              <a:t>Department of Computer Science and Engineering, Chitkara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34701</TotalTime>
  <Words>44</Words>
  <Application>Microsoft Office PowerPoint</Application>
  <PresentationFormat>On-screen Show (4:3)</PresentationFormat>
  <Paragraphs>30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isha</cp:lastModifiedBy>
  <cp:revision>2300</cp:revision>
  <dcterms:created xsi:type="dcterms:W3CDTF">2010-04-09T07:36:15Z</dcterms:created>
  <dcterms:modified xsi:type="dcterms:W3CDTF">2026-04-28T05:25:30Z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
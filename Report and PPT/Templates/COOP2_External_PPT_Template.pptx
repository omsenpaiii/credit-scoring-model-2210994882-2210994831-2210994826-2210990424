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&lt;Title of the Project&gt;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Student&gt;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&lt;Ro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ll Number&gt;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Mentor/Team Lead/Manager&gt;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